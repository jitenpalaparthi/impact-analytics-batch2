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Rust Async/Await – Complete Deep-Dive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Meaning of .await, poll(), Poll states, Reactors, Wakers, Executors, kqueue/epoll &amp; Full Async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async/await Really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• async/await in Rust is built on Futures, polling &amp; wakers.</a:t>
            </a:r>
          </a:p>
          <a:p>
            <a:pPr>
              <a:defRPr sz="2200"/>
            </a:pPr>
            <a:r>
              <a:t>• async fn returns a Future (lazy).</a:t>
            </a:r>
          </a:p>
          <a:p>
            <a:pPr>
              <a:defRPr sz="2200"/>
            </a:pPr>
            <a:r>
              <a:t>• Nothing runs until the executor polls the future.</a:t>
            </a:r>
          </a:p>
          <a:p>
            <a:pPr>
              <a:defRPr sz="2200"/>
            </a:pPr>
            <a:r>
              <a:t>• .await yields control without blocking threads.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Meaning of .await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• .await checks if the future is ready.</a:t>
            </a:r>
          </a:p>
          <a:p>
            <a:pPr>
              <a:defRPr sz="2200"/>
            </a:pPr>
            <a:r>
              <a:t>• If Ready → return the value.</a:t>
            </a:r>
          </a:p>
          <a:p>
            <a:pPr>
              <a:defRPr sz="2200"/>
            </a:pPr>
            <a:r>
              <a:t>• If Pending → return Poll::Pending to the executor.</a:t>
            </a:r>
          </a:p>
          <a:p>
            <a:pPr>
              <a:defRPr sz="2200"/>
            </a:pPr>
            <a:r>
              <a:t>• Saves local state so future can resume later.</a:t>
            </a:r>
          </a:p>
          <a:p>
            <a:pPr>
              <a:defRPr sz="2200"/>
            </a:pPr>
            <a:r>
              <a:t>• Allows cooperative multitasking without blocking threads.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Meaning of poll()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• poll() drives a future forward.</a:t>
            </a:r>
          </a:p>
          <a:p>
            <a:pPr>
              <a:defRPr sz="2200"/>
            </a:pPr>
            <a:r>
              <a:t>• It runs a small portion of async code.</a:t>
            </a:r>
          </a:p>
          <a:p>
            <a:pPr>
              <a:defRPr sz="2200"/>
            </a:pPr>
            <a:r>
              <a:t>• poll() returns:</a:t>
            </a:r>
          </a:p>
          <a:p>
            <a:pPr>
              <a:defRPr sz="2200"/>
            </a:pPr>
            <a:r>
              <a:t>   - Poll::Ready(T): work finished.</a:t>
            </a:r>
          </a:p>
          <a:p>
            <a:pPr>
              <a:defRPr sz="2200"/>
            </a:pPr>
            <a:r>
              <a:t>   - Poll::Pending: cannot progress now.</a:t>
            </a:r>
          </a:p>
          <a:p>
            <a:pPr>
              <a:defRPr sz="2200"/>
            </a:pPr>
            <a:r>
              <a:t>• Called repeatedly by executors until complete.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Poll States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• Poll::Ready(T): The future is done and returned a value.</a:t>
            </a:r>
          </a:p>
          <a:p>
            <a:pPr>
              <a:defRPr sz="2200"/>
            </a:pPr>
            <a:r>
              <a:t>• Poll::Pending: Future cannot finish now.</a:t>
            </a:r>
          </a:p>
          <a:p>
            <a:pPr>
              <a:defRPr sz="2200"/>
            </a:pPr>
            <a:r>
              <a:t>• Pending means:</a:t>
            </a:r>
          </a:p>
          <a:p>
            <a:pPr>
              <a:defRPr sz="2200"/>
            </a:pPr>
            <a:r>
              <a:t>   - Registered a waker.</a:t>
            </a:r>
          </a:p>
          <a:p>
            <a:pPr>
              <a:defRPr sz="2200"/>
            </a:pPr>
            <a:r>
              <a:t>   - Waiting for an external event (I/O, timer, socket).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Executors – What They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• Run async tasks.</a:t>
            </a:r>
          </a:p>
          <a:p>
            <a:pPr>
              <a:defRPr sz="2200"/>
            </a:pPr>
            <a:r>
              <a:t>• Poll futures until they complete.</a:t>
            </a:r>
          </a:p>
          <a:p>
            <a:pPr>
              <a:defRPr sz="2200"/>
            </a:pPr>
            <a:r>
              <a:t>• Maintain task queue &amp; scheduling.</a:t>
            </a:r>
          </a:p>
          <a:p>
            <a:pPr>
              <a:defRPr sz="2200"/>
            </a:pPr>
            <a:r>
              <a:t>• Integrate with reactors (epoll/kqueue).</a:t>
            </a:r>
          </a:p>
          <a:p>
            <a:pPr>
              <a:defRPr sz="2200"/>
            </a:pPr>
            <a:r>
              <a:t>• Reschedule futures when woken by wakers.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Reactors (epoll, kqueue)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• Reactors watch for I/O readiness.</a:t>
            </a:r>
          </a:p>
          <a:p>
            <a:pPr>
              <a:defRPr sz="2200"/>
            </a:pPr>
            <a:r>
              <a:t>• epoll → Linux I/O event system.</a:t>
            </a:r>
          </a:p>
          <a:p>
            <a:pPr>
              <a:defRPr sz="2200"/>
            </a:pPr>
            <a:r>
              <a:t>• kqueue → BSD/macOS I/O event system.</a:t>
            </a:r>
          </a:p>
          <a:p>
            <a:pPr>
              <a:defRPr sz="2200"/>
            </a:pPr>
            <a:r>
              <a:t>• When a socket/timer becomes ready:</a:t>
            </a:r>
          </a:p>
          <a:p>
            <a:pPr>
              <a:defRPr sz="2200"/>
            </a:pPr>
            <a:r>
              <a:t>    - Reactor uses registered waker to wake the task.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Wakers – Meaning &amp;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• A waker is a callback used to notify executors.</a:t>
            </a:r>
          </a:p>
          <a:p>
            <a:pPr>
              <a:defRPr sz="2200"/>
            </a:pPr>
            <a:r>
              <a:t>• Future stores its waker when returning Pending.</a:t>
            </a:r>
          </a:p>
          <a:p>
            <a:pPr>
              <a:defRPr sz="2200"/>
            </a:pPr>
            <a:r>
              <a:t>• When event happens:</a:t>
            </a:r>
          </a:p>
          <a:p>
            <a:pPr>
              <a:defRPr sz="2200"/>
            </a:pPr>
            <a:r>
              <a:t>    - waker.wake() is called.</a:t>
            </a:r>
          </a:p>
          <a:p>
            <a:pPr>
              <a:defRPr sz="2200"/>
            </a:pPr>
            <a:r>
              <a:t>    - Executor re-polls the future.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Async Flow –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1. async fn called → creates a Future.</a:t>
            </a:r>
          </a:p>
          <a:p>
            <a:pPr>
              <a:defRPr sz="2200"/>
            </a:pPr>
            <a:r>
              <a:t>2. Executor polls the Future.</a:t>
            </a:r>
          </a:p>
          <a:p>
            <a:pPr>
              <a:defRPr sz="2200"/>
            </a:pPr>
            <a:r>
              <a:t>3. Future runs until first .await.</a:t>
            </a:r>
          </a:p>
          <a:p>
            <a:pPr>
              <a:defRPr sz="2200"/>
            </a:pPr>
            <a:r>
              <a:t>4. If await inner future is pending:</a:t>
            </a:r>
          </a:p>
          <a:p>
            <a:pPr>
              <a:defRPr sz="2200"/>
            </a:pPr>
            <a:r>
              <a:t>     - Registers waker.</a:t>
            </a:r>
          </a:p>
          <a:p>
            <a:pPr>
              <a:defRPr sz="2200"/>
            </a:pPr>
            <a:r>
              <a:t>     - Returns Poll::Pending.</a:t>
            </a:r>
          </a:p>
          <a:p>
            <a:pPr>
              <a:defRPr sz="2200"/>
            </a:pPr>
            <a:r>
              <a:t>5. Reactor (epoll/kqueue) waits for events.</a:t>
            </a:r>
          </a:p>
          <a:p>
            <a:pPr>
              <a:defRPr sz="2200"/>
            </a:pPr>
            <a:r>
              <a:t>6. When event completes → reactor triggers waker.</a:t>
            </a:r>
          </a:p>
          <a:p>
            <a:pPr>
              <a:defRPr sz="2200"/>
            </a:pPr>
            <a:r>
              <a:t>7. Executor wakes task &amp; polls again.</a:t>
            </a:r>
          </a:p>
          <a:p>
            <a:pPr>
              <a:defRPr sz="2200"/>
            </a:pPr>
            <a:r>
              <a:t>8. Future continues until completion.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epoll/kqueue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• Async Rust ultimately depends on OS-level reactors.</a:t>
            </a:r>
          </a:p>
          <a:p>
            <a:pPr>
              <a:defRPr sz="2200"/>
            </a:pPr>
            <a:r>
              <a:t>• epoll/kqueue detect when I/O is ready:</a:t>
            </a:r>
          </a:p>
          <a:p>
            <a:pPr>
              <a:defRPr sz="2200"/>
            </a:pPr>
            <a:r>
              <a:t>    - TCP read ready</a:t>
            </a:r>
          </a:p>
          <a:p>
            <a:pPr>
              <a:defRPr sz="2200"/>
            </a:pPr>
            <a:r>
              <a:t>    - TCP write ready</a:t>
            </a:r>
          </a:p>
          <a:p>
            <a:pPr>
              <a:defRPr sz="2200"/>
            </a:pPr>
            <a:r>
              <a:t>    - Timer expired</a:t>
            </a:r>
          </a:p>
          <a:p>
            <a:pPr>
              <a:defRPr sz="2200"/>
            </a:pPr>
            <a:r>
              <a:t>• They wake tasks without blocking threads.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• .await = pause without blocking.</a:t>
            </a:r>
          </a:p>
          <a:p>
            <a:pPr>
              <a:defRPr sz="2200"/>
            </a:pPr>
            <a:r>
              <a:t>• poll() = drive async execution.</a:t>
            </a:r>
          </a:p>
          <a:p>
            <a:pPr>
              <a:defRPr sz="2200"/>
            </a:pPr>
            <a:r>
              <a:t>• Poll::Pending = waiting for waker.</a:t>
            </a:r>
          </a:p>
          <a:p>
            <a:pPr>
              <a:defRPr sz="2200"/>
            </a:pPr>
            <a:r>
              <a:t>• Executor = scheduler that drives futures.</a:t>
            </a:r>
          </a:p>
          <a:p>
            <a:pPr>
              <a:defRPr sz="2200"/>
            </a:pPr>
            <a:r>
              <a:t>• Reactor (epoll/kqueue) = OS engine powering async.</a:t>
            </a:r>
          </a:p>
          <a:p>
            <a:pPr>
              <a:defRPr sz="2200"/>
            </a:pPr>
            <a:r>
              <a:t>• Rust async = efficient, predictable &amp; zero-cost.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